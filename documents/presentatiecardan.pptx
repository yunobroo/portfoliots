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ri,Puteri A.P.D." userId="9ec96c31-c354-46b9-81d5-31396701a49d" providerId="ADAL" clId="{135176A9-017F-42E7-AFBE-8C49E6D99713}"/>
    <pc:docChg chg="addSld delSld">
      <pc:chgData name="Basri,Puteri A.P.D." userId="9ec96c31-c354-46b9-81d5-31396701a49d" providerId="ADAL" clId="{135176A9-017F-42E7-AFBE-8C49E6D99713}" dt="2025-04-16T09:40:27.051" v="12" actId="47"/>
      <pc:docMkLst>
        <pc:docMk/>
      </pc:docMkLst>
      <pc:sldChg chg="new">
        <pc:chgData name="Basri,Puteri A.P.D." userId="9ec96c31-c354-46b9-81d5-31396701a49d" providerId="ADAL" clId="{135176A9-017F-42E7-AFBE-8C49E6D99713}" dt="2025-04-16T09:40:14.289" v="0" actId="680"/>
        <pc:sldMkLst>
          <pc:docMk/>
          <pc:sldMk cId="2337635737" sldId="256"/>
        </pc:sldMkLst>
      </pc:sldChg>
      <pc:sldChg chg="new del">
        <pc:chgData name="Basri,Puteri A.P.D." userId="9ec96c31-c354-46b9-81d5-31396701a49d" providerId="ADAL" clId="{135176A9-017F-42E7-AFBE-8C49E6D99713}" dt="2025-04-16T09:40:25.670" v="7" actId="47"/>
        <pc:sldMkLst>
          <pc:docMk/>
          <pc:sldMk cId="1076642882" sldId="257"/>
        </pc:sldMkLst>
      </pc:sldChg>
      <pc:sldChg chg="new del">
        <pc:chgData name="Basri,Puteri A.P.D." userId="9ec96c31-c354-46b9-81d5-31396701a49d" providerId="ADAL" clId="{135176A9-017F-42E7-AFBE-8C49E6D99713}" dt="2025-04-16T09:40:26" v="8" actId="47"/>
        <pc:sldMkLst>
          <pc:docMk/>
          <pc:sldMk cId="3019677262" sldId="258"/>
        </pc:sldMkLst>
      </pc:sldChg>
      <pc:sldChg chg="new del">
        <pc:chgData name="Basri,Puteri A.P.D." userId="9ec96c31-c354-46b9-81d5-31396701a49d" providerId="ADAL" clId="{135176A9-017F-42E7-AFBE-8C49E6D99713}" dt="2025-04-16T09:40:26.143" v="9" actId="47"/>
        <pc:sldMkLst>
          <pc:docMk/>
          <pc:sldMk cId="1697019302" sldId="259"/>
        </pc:sldMkLst>
      </pc:sldChg>
      <pc:sldChg chg="new del">
        <pc:chgData name="Basri,Puteri A.P.D." userId="9ec96c31-c354-46b9-81d5-31396701a49d" providerId="ADAL" clId="{135176A9-017F-42E7-AFBE-8C49E6D99713}" dt="2025-04-16T09:40:26.298" v="10" actId="47"/>
        <pc:sldMkLst>
          <pc:docMk/>
          <pc:sldMk cId="2104177417" sldId="260"/>
        </pc:sldMkLst>
      </pc:sldChg>
      <pc:sldChg chg="new del">
        <pc:chgData name="Basri,Puteri A.P.D." userId="9ec96c31-c354-46b9-81d5-31396701a49d" providerId="ADAL" clId="{135176A9-017F-42E7-AFBE-8C49E6D99713}" dt="2025-04-16T09:40:26.421" v="11" actId="47"/>
        <pc:sldMkLst>
          <pc:docMk/>
          <pc:sldMk cId="1405712468" sldId="261"/>
        </pc:sldMkLst>
      </pc:sldChg>
      <pc:sldChg chg="new del">
        <pc:chgData name="Basri,Puteri A.P.D." userId="9ec96c31-c354-46b9-81d5-31396701a49d" providerId="ADAL" clId="{135176A9-017F-42E7-AFBE-8C49E6D99713}" dt="2025-04-16T09:40:27.051" v="12" actId="47"/>
        <pc:sldMkLst>
          <pc:docMk/>
          <pc:sldMk cId="3483554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F3BFBB-3ECE-F428-1DF9-175D7D51B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24C20E5-1EFB-72AE-10B5-04E011D15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CDBBE3C-C4E7-5F99-2629-9D95B7A5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AF42-1CA4-4396-B229-FE149BECD815}" type="datetimeFigureOut">
              <a:rPr lang="nl-NL" smtClean="0"/>
              <a:t>16-4-2025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FB9433D-8D85-A26F-901E-A2BD770F7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FD33CEF-5349-F9EF-039F-0AC67065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3CCB-D636-455E-B592-4B8ABF128C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42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043688-04BA-CC2C-AD9F-320010FB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6E0E86C-1097-AE19-742D-A4DC06455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0A9D4DB-318F-91C0-AC5F-E1312AF4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AF42-1CA4-4396-B229-FE149BECD815}" type="datetimeFigureOut">
              <a:rPr lang="nl-NL" smtClean="0"/>
              <a:t>16-4-2025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39E052A-717B-980D-1698-A2A83C873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239B6CC-FB72-023E-8CDB-0ADE7788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3CCB-D636-455E-B592-4B8ABF128C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4877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36405F-5DD1-86CB-7258-DB93E880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542E8B4-6822-BBB9-7224-4CC430038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0CD667D-1D62-597A-128D-D98B6E9F5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AF42-1CA4-4396-B229-FE149BECD815}" type="datetimeFigureOut">
              <a:rPr lang="nl-NL" smtClean="0"/>
              <a:t>16-4-2025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19033E-1055-D62E-96FE-DC662C97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C584E39-7E70-5A15-DF24-4AC8C972D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3CCB-D636-455E-B592-4B8ABF128C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8995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76B6BC-ACEC-EC18-17C0-E22F47760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8495F33-D1A5-37F0-D313-2412A17DB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78EE6A6-39A0-1451-558B-2C9734C1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FF11543-7619-1D0D-0F49-9EDE9F992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AF42-1CA4-4396-B229-FE149BECD815}" type="datetimeFigureOut">
              <a:rPr lang="nl-NL" smtClean="0"/>
              <a:t>16-4-2025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09D84B5-C197-CD08-6AF1-4E622AB8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935C97D-BFB1-F1A5-E5FF-C6513089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3CCB-D636-455E-B592-4B8ABF128C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803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5436D-0E83-2D19-98DE-E21FE4E48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1F9C180-7B25-4810-4FF9-2CA1BC0EA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66F4B27-A67A-25C6-B838-F0DAF144E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D39C969-4E16-CA5C-E5E1-42F44D068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505CE96-E5D3-AF63-BBC8-C36475DEB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9007333-DD84-8894-C93D-49E2624E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AF42-1CA4-4396-B229-FE149BECD815}" type="datetimeFigureOut">
              <a:rPr lang="nl-NL" smtClean="0"/>
              <a:t>16-4-2025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9AA35F2-44D7-FA5E-FF4C-F987D6466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80BEFC8-07E5-A176-8878-8E60D475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3CCB-D636-455E-B592-4B8ABF128C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333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8C0B7E-077F-C7FF-EFB8-088E58183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63551EC-8FF0-8F0D-4362-BF93D40EF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AF42-1CA4-4396-B229-FE149BECD815}" type="datetimeFigureOut">
              <a:rPr lang="nl-NL" smtClean="0"/>
              <a:t>16-4-2025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D539A89-5583-01CA-6CB7-CD698180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D15C9A-07F2-FC30-4A74-88652965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3CCB-D636-455E-B592-4B8ABF128C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23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BBF7F72-DFE0-1C98-77D1-0EC084720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AF42-1CA4-4396-B229-FE149BECD815}" type="datetimeFigureOut">
              <a:rPr lang="nl-NL" smtClean="0"/>
              <a:t>16-4-2025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A6D7A76-46A6-D9FA-152B-0911DC2A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93ED059-8EDF-9427-C9F0-F975A5C1C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3CCB-D636-455E-B592-4B8ABF128C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9070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31739F-18AC-94E1-2386-61D9D84B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B762C59-D20B-6AA6-0922-AA1112FD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EDA9061-02EF-BA78-8362-C0E5AFB56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EFFF57A-1F09-82B9-3DDA-4822F03EE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AF42-1CA4-4396-B229-FE149BECD815}" type="datetimeFigureOut">
              <a:rPr lang="nl-NL" smtClean="0"/>
              <a:t>16-4-2025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FAA09C4-5951-F6D8-897E-F276C6A4C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9A9B9DB-1727-D91C-03D6-E8418CC6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3CCB-D636-455E-B592-4B8ABF128C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085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9FFB4D-F2A6-62F8-00CA-DC43255B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05B49165-E487-90F4-C14E-F93AA2AA5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B404ED0-5429-28CD-9A70-935EDE3B8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4BFB6D8-A493-248E-3EEA-69C0422B4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AF42-1CA4-4396-B229-FE149BECD815}" type="datetimeFigureOut">
              <a:rPr lang="nl-NL" smtClean="0"/>
              <a:t>16-4-2025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6AE3AA3-A2CF-CF02-9876-6D7A2A27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621B1E6-A836-8FB0-C4DB-703964AC1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3CCB-D636-455E-B592-4B8ABF128C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297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698207-1CAC-F0A4-A770-73B0A5B0B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8C012AC-17DD-8658-8B0D-21B188252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C82F9C-74DA-5811-F3BB-94D7043F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AF42-1CA4-4396-B229-FE149BECD815}" type="datetimeFigureOut">
              <a:rPr lang="nl-NL" smtClean="0"/>
              <a:t>16-4-2025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366CA4B-8745-1CBF-EE94-3D79F26F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FB5D7BB-B94B-9E0A-07C4-CE8C6C76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3CCB-D636-455E-B592-4B8ABF128C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964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086384B-7ED9-096F-E90C-CC1B374A5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5429DF7-585A-B6D5-E090-F32779BC8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7F97B36-A778-81A1-92FE-7B8870F9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AF42-1CA4-4396-B229-FE149BECD815}" type="datetimeFigureOut">
              <a:rPr lang="nl-NL" smtClean="0"/>
              <a:t>16-4-2025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5481C1-1BD6-C22A-6A09-8E635691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A263CC8-5BBC-CCC5-EED0-AF6DA660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3CCB-D636-455E-B592-4B8ABF128C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253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C5E2F1D-F2B8-D32C-9BDC-0E5DECC97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AA29147-D029-CB5D-63E2-7A8E554CB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57EF1C8-DC7C-863F-D6DC-C23AE5CCB1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BAF42-1CA4-4396-B229-FE149BECD815}" type="datetimeFigureOut">
              <a:rPr lang="nl-NL" smtClean="0"/>
              <a:t>16-4-2025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FC0C7C2-2584-D931-ACDA-BC0DEB4D9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0B245AC-83D7-255D-F16E-024F1D12E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C3CCB-D636-455E-B592-4B8ABF128C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476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1C3C0-CFC6-7F66-CDB2-186E55D00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636D73C-1281-2897-85FE-818D81914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763573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Basri,Puteri A.P.D.</dc:creator>
  <cp:lastModifiedBy>Basri,Puteri A.P.D.</cp:lastModifiedBy>
  <cp:revision>1</cp:revision>
  <dcterms:created xsi:type="dcterms:W3CDTF">2025-04-16T09:39:21Z</dcterms:created>
  <dcterms:modified xsi:type="dcterms:W3CDTF">2025-04-16T09:40:28Z</dcterms:modified>
</cp:coreProperties>
</file>